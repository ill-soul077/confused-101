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2650" y="43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7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2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9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5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0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1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6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7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6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2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08AC1-B738-4478-B54A-F54FADC4069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8A687-09E1-49FC-88AE-7BC26A8A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57BFD8-A911-B583-2F5D-C8E141CE1E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73" y="385475"/>
            <a:ext cx="1153701" cy="1153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D65223-391F-6613-512D-08AA2AF5F223}"/>
              </a:ext>
            </a:extLst>
          </p:cNvPr>
          <p:cNvSpPr txBox="1"/>
          <p:nvPr/>
        </p:nvSpPr>
        <p:spPr>
          <a:xfrm>
            <a:off x="635095" y="1544207"/>
            <a:ext cx="5713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Khulna University of Engineering &amp; Technology , Khulna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0B4F0-B3CB-14AB-8BBE-ABC26273BB79}"/>
              </a:ext>
            </a:extLst>
          </p:cNvPr>
          <p:cNvSpPr txBox="1"/>
          <p:nvPr/>
        </p:nvSpPr>
        <p:spPr>
          <a:xfrm>
            <a:off x="1482539" y="1997055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Department </a:t>
            </a:r>
            <a:br>
              <a:rPr 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of </a:t>
            </a:r>
            <a:br>
              <a:rPr 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Computer Science and Engineering </a:t>
            </a:r>
            <a:r>
              <a:rPr 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0B75E-14FC-F460-A020-C0DE15370588}"/>
              </a:ext>
            </a:extLst>
          </p:cNvPr>
          <p:cNvSpPr txBox="1"/>
          <p:nvPr/>
        </p:nvSpPr>
        <p:spPr>
          <a:xfrm>
            <a:off x="272956" y="2897028"/>
            <a:ext cx="6892119" cy="1381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Project:Confused-101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no : CSE 3212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F6AE85-1545-4E8C-52D6-6C5B05712B94}"/>
              </a:ext>
            </a:extLst>
          </p:cNvPr>
          <p:cNvSpPr txBox="1"/>
          <p:nvPr/>
        </p:nvSpPr>
        <p:spPr>
          <a:xfrm>
            <a:off x="416687" y="4306757"/>
            <a:ext cx="5892671" cy="1468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: Hassan Mohammed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Naquibul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Hoque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   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2107077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EA290B-08DA-F2A1-F0EA-66E1EF627909}"/>
              </a:ext>
            </a:extLst>
          </p:cNvPr>
          <p:cNvSpPr txBox="1"/>
          <p:nvPr/>
        </p:nvSpPr>
        <p:spPr>
          <a:xfrm>
            <a:off x="378793" y="6299908"/>
            <a:ext cx="5969726" cy="2503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Badiuzzaman</a:t>
            </a:r>
            <a:r>
              <a:rPr 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Shuvo</a:t>
            </a:r>
            <a:b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 Science and 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Engineering </a:t>
            </a:r>
          </a:p>
          <a:p>
            <a:pPr>
              <a:spcAft>
                <a:spcPts val="800"/>
              </a:spcAft>
              <a:defRPr/>
            </a:pPr>
            <a:r>
              <a:rPr lang="en-US" sz="2000" b="1" dirty="0"/>
              <a:t>Subah </a:t>
            </a:r>
            <a:r>
              <a:rPr lang="en-US" sz="2000" b="1" dirty="0" err="1"/>
              <a:t>Nawar</a:t>
            </a:r>
            <a:b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pPr>
              <a:spcAft>
                <a:spcPts val="800"/>
              </a:spcAft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and  Engineering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D8F7E-D6F5-DA33-FC80-3864EC0851DD}"/>
              </a:ext>
            </a:extLst>
          </p:cNvPr>
          <p:cNvSpPr txBox="1"/>
          <p:nvPr/>
        </p:nvSpPr>
        <p:spPr>
          <a:xfrm>
            <a:off x="444137" y="8567195"/>
            <a:ext cx="5969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Submission 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30.03.2026</a:t>
            </a:r>
          </a:p>
        </p:txBody>
      </p:sp>
    </p:spTree>
    <p:extLst>
      <p:ext uri="{BB962C8B-B14F-4D97-AF65-F5344CB8AC3E}">
        <p14:creationId xmlns:p14="http://schemas.microsoft.com/office/powerpoint/2010/main" val="1519990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282</TotalTime>
  <Words>72</Words>
  <Application>Microsoft Office PowerPoint</Application>
  <PresentationFormat>A4 Paper (210x297 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JhengHei UI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Shadman Rahman</dc:creator>
  <cp:lastModifiedBy>Naquib Hoque</cp:lastModifiedBy>
  <cp:revision>17</cp:revision>
  <cp:lastPrinted>2026-03-29T16:50:12Z</cp:lastPrinted>
  <dcterms:created xsi:type="dcterms:W3CDTF">2023-12-16T06:55:35Z</dcterms:created>
  <dcterms:modified xsi:type="dcterms:W3CDTF">2026-03-29T16:50:32Z</dcterms:modified>
</cp:coreProperties>
</file>